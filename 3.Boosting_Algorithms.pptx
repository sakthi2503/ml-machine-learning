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00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89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514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1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28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03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937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82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0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61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2A809BA-10FA-44BA-BF7A-853EE77692A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A13A9C-5FA2-4388-830E-D8B0F352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6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33B8D5CB-BE70-789C-48B0-734C9FC9A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21755"/>
            <a:ext cx="50759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1.AdaBoost (Adaptive Boosting)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09A8B05-E7F2-4F4E-CC8A-4862986B5D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3"/>
            <a:ext cx="112678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AdaBoost : The Pioneer of Boosting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Definition: AdaBoost is short for "Adaptive Boosting."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an ensemble learning method that combines multiple "weak learners" (usually simple decision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trees) to create one "strong learner."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Its primary goal is to turn a model that is slightly better than a random guess into a highly accurate predictor.</a:t>
            </a:r>
          </a:p>
        </p:txBody>
      </p:sp>
    </p:spTree>
    <p:extLst>
      <p:ext uri="{BB962C8B-B14F-4D97-AF65-F5344CB8AC3E}">
        <p14:creationId xmlns:p14="http://schemas.microsoft.com/office/powerpoint/2010/main" val="3613896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02F79CC-D550-86C0-9ABA-DD1C04FE9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625665"/>
            <a:ext cx="3283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 (Step-by-Step)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AA4563-4325-2912-1582-F4CFEDC91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6"/>
            <a:ext cx="1149449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Equal 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Every data point begins with the same weight/importance.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Guess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very simple model (a "stump") is trained on the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Mistakes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algorithm identifies which data points the model got wrong.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Weights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Mistakes are given higher weights (made more important), while correct guesses get lower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new model is built to focus specifically on those "hard" mistakes. This continues until the error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minimized.</a:t>
            </a:r>
          </a:p>
        </p:txBody>
      </p:sp>
    </p:spTree>
    <p:extLst>
      <p:ext uri="{BB962C8B-B14F-4D97-AF65-F5344CB8AC3E}">
        <p14:creationId xmlns:p14="http://schemas.microsoft.com/office/powerpoint/2010/main" val="266217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6843-A987-1421-FAA7-A644BD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C7013F3A-9CBE-F675-B2AD-FE2941259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32468" y="1918109"/>
            <a:ext cx="16337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2A84C-055E-29CE-4BB1-9D5900B50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3"/>
            <a:ext cx="115884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Adaptive Nature: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learns specifically from the mistakes of the previous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 Stumps: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uses "stumps" (trees with only one split/level) as the base learners.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Sequential Learning: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parallel models, each step depends entirely on the outcome of the one before 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Weighted Voting: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predictions are made by giving more "say" to the models that performed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335691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5FC8-781F-7296-01F1-E0FC3917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9F61614-1D47-581C-EF9B-AEE6D24D1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628651"/>
            <a:ext cx="36599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and Disadvantages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DE3137-7194-2DB5-3055-F92CE5CDF7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69931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 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Very simple to implement and understand.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 prone to overfitting in many practical scenarios.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Great for binary classification (Yes/No problems).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sensitive to noisy data and outliers.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Slower than modern algorithms because it must run sequentially.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struggle if the "weak learners" are too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26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1171-0577-05DF-93E0-2789480B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39A9EDF-5C77-DF8C-4E3A-66DFF4A625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6"/>
            <a:ext cx="109568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historically in early computer vision (like the Viola-Jones algorithm).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Churn: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if a user will cancel a subscription.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Diagnosis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Identifying patterns in patient symptoms.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AdaBoost is the "grandfather" of boosting. It succeeds by forcing the next model to pay more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attention to the data points that are hardest to classify.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8042F43-3859-E55E-3A39-22FAFFD9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70353"/>
            <a:ext cx="2839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1489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5A1D-78CE-5D5C-89B3-F6BF6951F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135C-07F2-9980-3A1B-4E0145571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70353"/>
            <a:ext cx="43781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(Extreme Gradient Boosting)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AC90D7-E841-9DA6-946A-D691077DF3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1049845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Speed 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stands for "Extreme Gradient Boosting."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a high-performance implementation of Gradient Boosted Decision Trees designed for speed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famous for being the "winning" algorithm in many Kaggle data science competitions.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48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71E8-3433-5795-5301-1419A49A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C14DAB6-3619-7084-ED76-8781F395C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1068754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Starts with a single leaf that predicts an average value for all outcomes.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 Residuals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measures the "gap" (error) between the prediction and the actual value.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tree is built specifically to predict those gaps (residuals), not the actual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a math technique called "Gradient Descent" to move the model toward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lowest possible error.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new tree's results are added to the previous prediction to get closer to the truth.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22B92A-BFFB-4B56-76FB-628CAEA0D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70353"/>
            <a:ext cx="3283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 (Step-by-Step)</a:t>
            </a:r>
          </a:p>
        </p:txBody>
      </p:sp>
    </p:spTree>
    <p:extLst>
      <p:ext uri="{BB962C8B-B14F-4D97-AF65-F5344CB8AC3E}">
        <p14:creationId xmlns:p14="http://schemas.microsoft.com/office/powerpoint/2010/main" val="313574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6B78D-5CF9-6AEA-29B1-AB5D00AE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5D1E24-5D37-F4DD-A2AE-CF44B3511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3"/>
            <a:ext cx="109985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Regularization: Includes built-in penalties (L1/L2) to prevent the model from becoming too complex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(avoiding overfitting). 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Processing: Optimized to use all CPU cores, making it much faster than older boosting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 Handling: It has a built-in strategy to handle empty data points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 Pruning: It uses a "Depth-First" approach to prune branches that don't add value.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9B2BBB-678D-E5FC-0C24-74F315405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910963"/>
            <a:ext cx="16337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64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0B8E-AB37-6070-738F-7054FF6E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189B3CB-F2DE-9996-81C7-3112E7EDB3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66127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Incredible execution speed and high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Very flexible; works for regression, classification, and ranking.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accurate even with large, messy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difficult to "tune" due to many hyperparameters.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Requires more memory (RAM) compared to AdaBoost.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still overfit if not careful with the number of trees.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145BEA-9287-7D87-B932-158AC571E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14070"/>
            <a:ext cx="36599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and Disadvantages</a:t>
            </a:r>
          </a:p>
        </p:txBody>
      </p:sp>
    </p:spTree>
    <p:extLst>
      <p:ext uri="{BB962C8B-B14F-4D97-AF65-F5344CB8AC3E}">
        <p14:creationId xmlns:p14="http://schemas.microsoft.com/office/powerpoint/2010/main" val="398603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E489-A98C-55BF-A064-F12A2EA4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694A8-41B6-0877-7834-9BEE3E951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99950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Financial Fraud: Detecting unusual credit card transactions.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E-commerce: Recommendation engines (predicting what you'll buy).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Supply Chain: Forecasting inventory needs months in advance.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Summary: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"industry standard." It takes the concept of boosting and adds heavy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 optimizations to make it fast and robust.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93B822-4D58-1510-D36A-858317FFB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13997"/>
            <a:ext cx="2839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1798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804E-9EBF-4D0C-0157-8F38C774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884A780-6A6F-3DDD-3114-78E19D5F2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13997"/>
            <a:ext cx="51347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(Light Gradient Boosting Machine)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10A6A-2C59-C33C-1E78-77C71834A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3"/>
            <a:ext cx="105977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Efficiency at Scale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gradient boosting framework developed by Microsoft.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designed to handle "Big Data" using less memory and providing even faster training speeds than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specifically optimized for datasets with many rows or many features.</a:t>
            </a:r>
          </a:p>
        </p:txBody>
      </p:sp>
    </p:spTree>
    <p:extLst>
      <p:ext uri="{BB962C8B-B14F-4D97-AF65-F5344CB8AC3E}">
        <p14:creationId xmlns:p14="http://schemas.microsoft.com/office/powerpoint/2010/main" val="150089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A1AE1-6B02-F72A-18A0-A65C2A04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4BF54E7-D16B-73E2-0BEA-934AFEDBD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70353"/>
            <a:ext cx="3283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 (Step-by-Step)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EC87E3-F798-F9FB-41FC-3CB0E45C56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112518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GOSS Technique: It ignores data points with small errors and focuses only on those with large "gradients“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(mistakes).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Leaf-wise Growth: Unlike other algorithms that grow tree level by level,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grows the "best" leaf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Bundling: It groups similar features together to reduce the complexity of the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Histogram-based: It buckets continuous numbers into "bins," which makes finding the best split much faster.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Trees: This allows it to find complex patterns much deeper in the data than standard methods.</a:t>
            </a:r>
          </a:p>
        </p:txBody>
      </p:sp>
    </p:spTree>
    <p:extLst>
      <p:ext uri="{BB962C8B-B14F-4D97-AF65-F5344CB8AC3E}">
        <p14:creationId xmlns:p14="http://schemas.microsoft.com/office/powerpoint/2010/main" val="42448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166F-7ED3-BB1F-95CF-98CFD837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DB44DBC-6359-18EA-FCF5-A714F3A25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910963"/>
            <a:ext cx="16337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987FEE-7EDA-95F2-6713-4B7627EC5A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4"/>
            <a:ext cx="1063624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Leaf-wise Growth Strategy: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Standard: [Level 1] -&gt; [Level 2]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[Specific Leaf] -&gt; [Deeps down that branch]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Lower Memory Usage: Uses histogram-based algorithms to save RAM.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Scale Support: Can handle millions of rows smoothly.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Categorical Support: Can handle non-numeric data (like "City Name") without extra conversion steps.</a:t>
            </a:r>
          </a:p>
        </p:txBody>
      </p:sp>
    </p:spTree>
    <p:extLst>
      <p:ext uri="{BB962C8B-B14F-4D97-AF65-F5344CB8AC3E}">
        <p14:creationId xmlns:p14="http://schemas.microsoft.com/office/powerpoint/2010/main" val="399082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0C39-94C1-7F44-C7C6-669D3654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317EA00-228B-7F90-6B16-46D0183D5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14070"/>
            <a:ext cx="36599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and Disadvantages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41E70-F72E-425F-029A-025D122C1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70871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Fastest training speed among the three.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low memory consumption.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accuracy on very large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overfitting on small datasets (fewer than 10,000 rows).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"Leaf-wise" strategy can lead to very complex, deep trees.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outliers due to focusing on large gradients.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20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579-866D-680D-80E9-36385626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785EEAD-AB30-A97D-A993-56F775E36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813997"/>
            <a:ext cx="2839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163C5C-0EB2-192D-151D-4C6A338623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6"/>
            <a:ext cx="1055930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Click-Through Rate (CTR): Predicting which ads a user will click on in real-time.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Ranking Systems: Search engine result ordering.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Genomics: Analyzing massive amounts of biological data.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"specialist" for large-scale data. It trades some stability on small data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incredible efficiency and speed on massive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634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37</TotalTime>
  <Words>1180</Words>
  <Application>Microsoft Office PowerPoint</Application>
  <PresentationFormat>Widescreen</PresentationFormat>
  <Paragraphs>160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Garamond</vt:lpstr>
      <vt:lpstr>Savon</vt:lpstr>
      <vt:lpstr>1.AdaBoost (Adaptive Boosting)</vt:lpstr>
      <vt:lpstr>How it Works (Step-by-Step)</vt:lpstr>
      <vt:lpstr>Key Features</vt:lpstr>
      <vt:lpstr>Advantages and Disadvantages </vt:lpstr>
      <vt:lpstr>Real-World Applications</vt:lpstr>
      <vt:lpstr>XGBoost (Extreme Gradient Boosting)</vt:lpstr>
      <vt:lpstr>How it Works (Step-by-Step)</vt:lpstr>
      <vt:lpstr>Key Features </vt:lpstr>
      <vt:lpstr>Advantages and Disadvantages</vt:lpstr>
      <vt:lpstr>Real-World Applications</vt:lpstr>
      <vt:lpstr>LightGBM (Light Gradient Boosting Machine)</vt:lpstr>
      <vt:lpstr>How it Works (Step-by-Step)</vt:lpstr>
      <vt:lpstr>Key Features </vt:lpstr>
      <vt:lpstr>Advantages and Disadvantages</vt:lpstr>
      <vt:lpstr>Real-World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 GANESH.M</dc:creator>
  <cp:lastModifiedBy>SAKTHI GANESH.M</cp:lastModifiedBy>
  <cp:revision>1</cp:revision>
  <dcterms:created xsi:type="dcterms:W3CDTF">2026-07-01T11:36:14Z</dcterms:created>
  <dcterms:modified xsi:type="dcterms:W3CDTF">2026-07-01T12:13:40Z</dcterms:modified>
</cp:coreProperties>
</file>